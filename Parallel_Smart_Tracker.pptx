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Seriale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Preprocessing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Parallelo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Preprocessing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Seriale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31 frame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Parallelo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31 frame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SCIENTIFICO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Smart Tracker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6576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87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Dinamica con Level Set e Calcolo Parallelo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Marrone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Scientifico  ·  A.A. 2024/25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Tracking di Cellule al Microscopio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005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cellule si muovono, si deformano e si dividono in ogni frame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 manuale richiede ore di lavoro per pochi minuti di video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algoritmo che si adatti automaticamente alle forme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914400"/>
            <a:ext cx="292608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914400"/>
            <a:ext cx="2926080" cy="3200400"/>
          </a:xfrm>
          <a:prstGeom prst="rect">
            <a:avLst/>
          </a:prstGeom>
          <a:solidFill>
            <a:srgbClr val="F1F5F9"/>
          </a:solidFill>
          <a:ln w="19050">
            <a:solidFill>
              <a:srgbClr val="0891B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669280" y="9144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 microscopio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cellule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inserire screenshot 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Soluzione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651760" cy="3474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(Chan-Vese)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elastico che si adatta alla forma delle cellule minimizzando un'energia geometrica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651760" cy="3474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maschera del frame precedente guida la segmentazione del frame successivo (50 iter vs 100)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651760" cy="3474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ProcessPoolExecutor distribuisce il preprocessing su tutti i core disponibili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Set: L'Intuizione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82296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60120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9601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Immagina un elastico virtuale che si stringe attorno all'oggetto cercando l'equilibrio energetico.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83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Rappresentazione implicita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7830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contorno non è una poligonale ma il livello zero di una funzione φ(x,y)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8775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96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variabile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4963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gestire fusioni e divisioni — ideale per cellule che si dividono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916936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00984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095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forma a priori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2095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occorre conoscere la forma in anticipo: l'algoritmo la trova da solo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30168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14216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22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92277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iterazione minimizza un'energia: area interna uniforme vs. esterna uniforme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Chan-Vese: Perché Funziona per le Cellule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Calcola la media dei pixel dentro e fuori il contorno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Minimizza la differenza tra pixel e media locale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Itera fino alla convergenza del contorno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8288" cy="3474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la scelta giusta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Bordi non nitidi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cellule sono sfocate — GAC fallisce senza gradienti netti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irregolari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nucleo visibile e citoplasma come una singola regione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26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al rumore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 su statistiche globali: meno sensibile a pixel anomali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8229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LBF usa statistiche locali → separa nucleo e citoplasma → iper-segmentazione. Chan-Vese usa statistiche globali e tratta la cellula intera come una singola regione.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Codice: Chan-Vese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0292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4754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run_chan_vese(preprocessed, init_mask,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iterations=100,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smooth_factor=1.0):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smoothing = max(3,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int(round(smooth_factor * 2)))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morphological_chan_vese(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preprocessed,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num_iter=iterations,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init_level_set=init_mask.astype(float),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smoothing=smoothing,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lambda2=1.01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result.astype(bool)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005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iterazioni per frame 1, 50 per i successivi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737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3 per evitare contorni zigzag sul risultato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42316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468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lambda2 = 1.01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Penalità regione esterna: spinge il contorno a contrarsi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200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init_level_set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Maschera iniziale o memoria OR dal frame precedente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Dal Frame Grezzo al Contorno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408176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4081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.tif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e normalizzazione [0,1]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11096" y="2121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85416" y="1097280"/>
            <a:ext cx="1408176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1097280"/>
            <a:ext cx="14081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234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4942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9424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rumore sale-pepe 3×3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3592" y="2121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67912" y="1097280"/>
            <a:ext cx="1408176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7912" y="1097280"/>
            <a:ext cx="14081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1234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+ CLAHE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 strutture, equalizza contrasto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76088" y="2121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50408" y="1097280"/>
            <a:ext cx="1408176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0408" y="1097280"/>
            <a:ext cx="14081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1234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1441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14416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iter (F1) · 50 iter (F2..N)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58584" y="2121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32904" y="1097280"/>
            <a:ext cx="1408176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1097280"/>
            <a:ext cx="140817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32904" y="12344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9691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remove_small + closing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70332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70332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703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temporale: per i frame 2..N la maschera del frame precedente viene combinata (OR) con la nuova maschera iniziale come seed → 50 iterazioni invece di 100.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Codice: Pipeline di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0292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preprocess(frame,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clip_limit=0.05,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smooth_sigma=1.0):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Rimozione rumore sale-pepe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filtered = median_filter(frame, size=3)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Top-Hat: isola strutture piccole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selem = disk(25)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tophat = white_tophat(filtered, selem)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CLAHE: equalizza il contrasto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clahe = equalize_adapthist(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tophat, clip_limit=clip_limit)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Smoothing gaussiano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gaussian_filter(clahe,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sigma=smooth_sigma)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005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median_filter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Rimuove rumore impulsivo preservando i bordi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737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white_tophat(disk=25)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le strutture più piccole del disco da 25px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42316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468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equalize_adapthist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CLAHE: migliora il contrasto localmente (clip=0.05)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30175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200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gaussian_filter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finale per ridurre il rumore residuo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Confronto: GAC vs Chan-Vese vs LBF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229600" cy="31089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Chan-Vese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global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Cellule scure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(31 frame)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Accuratezza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Parziale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Cellule intere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Iper-seg.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06240"/>
            <a:ext cx="822960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20624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42062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Chan-Vese: miglior compromesso accuratezza / velocità · * LBF iper-segmenta per le statistiche locali (nucleo vs citoplasma)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Risultato: Chan-Vese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5943600" cy="3657600"/>
          </a:xfrm>
          <a:prstGeom prst="rect">
            <a:avLst/>
          </a:prstGeom>
          <a:solidFill>
            <a:srgbClr val="F1F5F9"/>
          </a:solidFill>
          <a:ln w="19050">
            <a:solidFill>
              <a:srgbClr val="0891B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Chan-Vese Tracking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inserire Tracking_Cellule_V7.mp4 ]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Inserisci → Video → Video dal 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960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21031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90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1810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totali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2212848"/>
            <a:ext cx="21031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rilevate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962656"/>
            <a:ext cx="21031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fps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3310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712464"/>
            <a:ext cx="21031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739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frame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Video: GAC vs LBF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 — Edge-based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977640" cy="2926080"/>
          </a:xfrm>
          <a:prstGeom prst="rect">
            <a:avLst/>
          </a:prstGeom>
          <a:solidFill>
            <a:srgbClr val="F1F5F9"/>
          </a:solidFill>
          <a:ln w="19050">
            <a:solidFill>
              <a:srgbClr val="E5737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GAC — Edge-based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inserire GAC_tracking.mp4 ]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Inserisci → Video → Video dal 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 cellule  ·  12.5 s totale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 — Region local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77640" cy="2926080"/>
          </a:xfrm>
          <a:prstGeom prst="rect">
            <a:avLst/>
          </a:prstGeom>
          <a:solidFill>
            <a:srgbClr val="F1F5F9"/>
          </a:solidFill>
          <a:ln w="19050">
            <a:solidFill>
              <a:srgbClr val="64B5F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— LBF — Region local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inserire LBF_tracking.mp4 ]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Inserisci → Video → Video dal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 cellule*  ·  82.2 s totale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60857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LBF separa nucleo e citoplasma → iper-segmentazione (statistiche locali)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Parallelo: ProcessPoolExecutor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005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4356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09928" y="1371600"/>
            <a:ext cx="1005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356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16936" y="1371600"/>
            <a:ext cx="1005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22776" y="14356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23944" y="1371600"/>
            <a:ext cx="1005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9784" y="14356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0952" y="1371600"/>
            <a:ext cx="1005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 alla volta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560320"/>
            <a:ext cx="10058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09928" y="2560320"/>
            <a:ext cx="10058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09928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16936" y="2560320"/>
            <a:ext cx="10058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6936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23944" y="2560320"/>
            <a:ext cx="10058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23944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30952" y="2560320"/>
            <a:ext cx="10058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in parallelo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246120"/>
            <a:ext cx="50292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3101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ProcessPoolExecutor() as executor: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list(executor.map(preprocess_one, args_list))</a:t>
            </a:r>
            <a:endParaRPr lang="en-US" sz="11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5669280" y="3154680"/>
          <a:ext cx="30175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Codice: Seriale vs Parallelo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4747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path in paths: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 = read_frame(path)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preprocess(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clip_limit=clip_limit,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smooth_sigma=sigma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42976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58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[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(p, clip_limit, sigma)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paths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ProcessPoolExecutor() as ex: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list(ex.map(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preprocess_one, args))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3127248"/>
            <a:ext cx="8229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27248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ProcessPoolExecutor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246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subprocess separati → aggira il GIL di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48456"/>
            <a:ext cx="8229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48456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executor.map()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767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 la lista di task sui worker disponibili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8229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215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preprocess_one()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2885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top-level (non lambda) — necessaria per pickle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Speedup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3.1×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parallelo vs. seriale — 31 frame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96012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206240"/>
            <a:ext cx="8229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420624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42062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di Amdahl: il guadagno è limitato dalla porzione seriale del codice (I/O, level set). Il preprocessing è la frazione più parallelizzabile del workload.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L'Applicazione: Smart Cell Tracker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Parallel Smart Tracker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40233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0584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 frame per frame con player video integrato e parametri regolabili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0233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0584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 vs LBF su tutti i frame con video player affiancati e grafico dei tempi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40233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preprocessing seriale vs parallelo con grafico a barre live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880360"/>
            <a:ext cx="40233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completa: algoritmi, pipeline e parametri consigliati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81888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PySide6  ·  qt-material  ·  scikit-image  ·  OpenCV  ·  tifffile  ·  concurrent.futures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2560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raggiunti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Tracking automatico accurato su video reali di microscopia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47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Confronto sperimentale di 3 algoritmi Level 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4780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Speedup 3.1× misurabile con calcolo parallelo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005840"/>
            <a:ext cx="18288" cy="2743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Integrazione deep learning (Cellpose, StarDist)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039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Tracking multi-oggetto con ID univoci persistenti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solidFill>
            <a:srgbClr val="0C4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931920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9319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 + preprocessing CLAHE = scelta ottimale per cellule con nucleo visibile.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globali → nucleo e citoplasma trattati come un'unica regione.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956048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Smart Tracker</dc:title>
  <dc:subject>PptxGenJS Presentation</dc:subject>
  <dc:creator>PptxGenJS</dc:creator>
  <cp:lastModifiedBy>PptxGenJS</cp:lastModifiedBy>
  <cp:revision>1</cp:revision>
  <dcterms:created xsi:type="dcterms:W3CDTF">2026-05-19T21:13:19Z</dcterms:created>
  <dcterms:modified xsi:type="dcterms:W3CDTF">2026-05-19T21:13:19Z</dcterms:modified>
</cp:coreProperties>
</file>